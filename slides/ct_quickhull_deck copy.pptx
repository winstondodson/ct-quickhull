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130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nstonsdodson@icloud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5281/zenodo.20100509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86C"/>
          </a:solidFill>
          <a:ln w="12700">
            <a:solidFill>
              <a:srgbClr val="D9A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005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PREPRINT  ·  APRIL 2026  ·  CC BY 4.0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CT-QuickHull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Convex Hulls for Low-Rank Data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High-Dimensional Space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097280" cy="36576"/>
          </a:xfrm>
          <a:prstGeom prst="rect">
            <a:avLst/>
          </a:prstGeom>
          <a:solidFill>
            <a:srgbClr val="D9A86C"/>
          </a:solidFill>
          <a:ln w="12700">
            <a:solidFill>
              <a:srgbClr val="D9A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causal sparsity framework: the Heritage Lemma is d-separation on an event DAG. For data with intrinsic rank r ≪ d, CT-QuickHull achieves the unconditional lower bound Ω(nrd). Scope and caveats stated honestly throughout.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7958" y="53263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 Dodson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Researcher  ·  ORCID: 0009-0001-7148-0764</a:t>
            </a:r>
            <a:endParaRPr lang="en-US" sz="1200" dirty="0"/>
          </a:p>
          <a:p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10.5281/zenodo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.20100509  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winstonsdodson@icloud.com</a:t>
            </a:r>
            <a:endParaRPr lang="en-US" sz="12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https://doi.org/10.5281/zenodo.20100509</a:t>
            </a:r>
            <a:endParaRPr lang="en-US" sz="1400" dirty="0">
              <a:solidFill>
                <a:schemeClr val="bg1"/>
              </a:solidFill>
            </a:endParaRP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Convex hulls are tractable in low dimensions. In high d, they are not — without structure.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Upper Bound Theorem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polytope with n vertices in ℝᵈ can have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Θ(n^⌊d/2⌋)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(McMullen 1970, tight on cyclic polytopes).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that examine each face per update step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incur cost exponential in d.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methods are infeasible at d ≥ 6 in the worst case.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5242255" cy="4297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075688"/>
            <a:ext cx="4327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real-world high-d data has low intrinsic rank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675120" y="2788920"/>
            <a:ext cx="469361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genomics, NLP embeddings, sensor arrays,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features — ambient d is large but the data lies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an r-dimensional affine subspace, r ≪ d.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question is not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we compute exact hulls in high d?”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we compute exact hulls in high d when the data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low-rank affine structure?”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STRUCTURAL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Heritage Lemma (1989) is a d-separation statement on an event DAG.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Clarkson–Shor 1989 (paraphrased):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new hull facet τ is created, only points already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with τ’s parents in the deletion history need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checked.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Restated as conditional independence: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outside the parents’ conflict sets are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d-separated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τ given the DAG parents. The CT is a graphical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model; CT.update is one message-passing step.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0" y="187452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structure appears across fields: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0" y="2331720"/>
            <a:ext cx="505937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6243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52360" y="249631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Belief propagation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52360" y="286207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d-separation = Heritage Lemma; messages flow along DAG edges only.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3611880"/>
            <a:ext cx="505937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90448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377647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Sparse Gaussian elimination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452360" y="414223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tree = CT; sparsity pattern = Heritage Lemma; fill-in = conflict propagation.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83680" y="4892040"/>
            <a:ext cx="5059375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5184648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5056632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Kinetic data structures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452360" y="5422392"/>
            <a:ext cx="4053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updates restricted to elements affected by the change.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CONTRIBUTION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 3: Per-step cost severed from the global facet count.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554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CT.update(v)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( |C_vis| · |∂Vis(v)| · d 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08152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global current-facet count |F_t| does not appear.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41004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904488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holds for any data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486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Upper Bound Theorem governs |F_t| globally.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 3 shows the per-step cost only depends 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conflict sets and the horizon size.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pruning reduces |E_t|, CT-QuickHull’s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cost is strictly less than RIC’s.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33008" y="3703320"/>
            <a:ext cx="5410048" cy="260604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3931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10248" y="3904488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asymptotic regime depends on data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07328" y="4526280"/>
            <a:ext cx="486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 3 alone does not yield O(nrd) — it removes |F_t|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per-step cost, not from the total.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full-rank or adversarial data, F_total can still be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in d, and the asymptotic order matches RIC.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tractability story requires the rank-r assumption.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RANK-r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2: For data with intrinsic rank r ≪ d, CT-QuickHull is optimal.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count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≤ r + 1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(Carathéodory)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68698" y="1874520"/>
            <a:ext cx="345429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7298" y="207568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Hull faces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7298" y="24231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|F_t| = O(1)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7298" y="2926080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fixed 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8757" y="1874520"/>
            <a:ext cx="3454298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7357" y="2075688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7357" y="2423160"/>
            <a:ext cx="2997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|∂Vis| = O(1)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7357" y="2926080"/>
            <a:ext cx="29970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(bounded by |F_t|)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4415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867912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O(1) facts collapse the output-sensitive formula to: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O(nrd)   =   Ω(nrd)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240" y="478231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Tight: matches the unconditional lower bound for any deterministic exact hull algorithm on rank-r data.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rank-r assumption is doing: 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lives in an r-dimensional affine subspace embedded in ℝᵈ. Single-cell genomics, embeddings, sensor data, and many real datasets exhibit this structure naturally.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theoretical predictions confirmed on synthetic rank-r data.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9377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experiment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100,  d = 100,  r = 10</a:t>
            </a:r>
            <a:endParaRPr lang="en-US" sz="2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540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971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count h = r+1 = 11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21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5387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hull vertices found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8795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10565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|∂Vis| ≤ r = 10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67258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|E_t| = 0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(mass pruning at step 11)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2180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8720" y="5239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ops ≈ O(nrd) = 100,000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104,500  (1.04×)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5852160" y="1874520"/>
            <a:ext cx="5790895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6126480" y="205740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r-scaling at n = 100, d = 100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560320"/>
          <a:ext cx="5242255" cy="9144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 found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r+1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 / O(nrd)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69,200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213,000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1,234,000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8.23×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2,012,000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2"/>
          <p:cNvSpPr/>
          <p:nvPr/>
        </p:nvSpPr>
        <p:spPr>
          <a:xfrm>
            <a:off x="6126480" y="5166360"/>
            <a:ext cx="5242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r+1 confirmed exactly. </a:t>
            </a: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scales linearly with r — consistent with O(r) hidden constant (selection alone tracks O(nrd) at 1.04×).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CLAIMED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honesty: full-rank and adversarial geometry remain hard.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4206240"/>
          </a:xfrm>
          <a:prstGeom prst="rect">
            <a:avLst/>
          </a:prstGeom>
          <a:solidFill>
            <a:srgbClr val="F1F5F9"/>
          </a:solidFill>
          <a:ln w="19050">
            <a:solidFill>
              <a:srgbClr val="B45309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30552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§9.1 of the paper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geometry (cyclic polytopes)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1272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|∂Vis(v_t)| = Θ(|Vis|^{(d-2)/(d-1)}) can be large; total cost is O(d·n·F_total) ≤ O(n^{1+⌊d/2⌋}·d). Asymptotic order matches RIC; CT improves only by per-step factors |E_t|/n and step-count factor h/n.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913632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Spherical shell / general position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n, |E_t| = n−t+1 throughout. Selection alone is O(n²d); CT.update adds O(d·n·F_total). No regime change over RIC for d ≥ 4 in the worst case.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992624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scope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285232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Theorems 3–4 compare against conflict-graph RIC. Heritage-recursive QuickHull already uses conflict locality; CT-QuickHull’s advantage there is the h/n step-count reduction from guaranteed-vertex selection — not an asymptotic regime change.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 PARADIGM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Sparsity System (CSS): a framework beyond convex hulls.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4297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1 (CSS)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(Σ, ℰ, G, ℋ)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3227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space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Combinatorial objects with conflict 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8679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sequence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deletes objects and creates new 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45079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DAG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ancestry of object creation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A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51480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condition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independence at event boundary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874520"/>
            <a:ext cx="5608015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0 (CSS complexity)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O(c_test · Σ_t |S_t| · δ_t)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Proved for the convex hull instance (Lemmas 3 &amp; 5). Conjectural in full generality.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56616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Conjectured CSS instances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3977640"/>
            <a:ext cx="560801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4069080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Delaunay triangulation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Cavity = Vis(v); Heritage on circumspheres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4736592"/>
            <a:ext cx="560801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4828032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 arrangements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Theorem = Heritage condition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5495544"/>
            <a:ext cx="560801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5586984"/>
            <a:ext cx="5150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matrix refactorization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Elimination tree = CT; fill-in = Heritage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CONTRIBUTION, BY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universal, what is rank-r specific, what is conjectural.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15258" cy="4160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5258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for any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580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Heritage Lemma reframed as d-separation on event DAG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 is a graphical model; CT.update is one message-passing step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 3: per-step cost independent of |F_t|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improvement over RIC whenever pruning occurs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1920240"/>
            <a:ext cx="3515258" cy="4160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38218" y="1920240"/>
            <a:ext cx="3515258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66818" y="19933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66818" y="25603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Requires rank r ≪ 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6818" y="3108960"/>
            <a:ext cx="30580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2: O(nrd), matching Ω(nrd)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Carathéodory bounds collapse the formula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pruning at the final step (ρ = 0)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for r ∈ {2, 5, 10, 15, 20}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7797" y="1920240"/>
            <a:ext cx="3515258" cy="4160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7797" y="1920240"/>
            <a:ext cx="3515258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6397" y="1993392"/>
            <a:ext cx="305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CONJECTURAL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56397" y="25603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56397" y="3108960"/>
            <a:ext cx="305805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0 in full generality (CSS general theorem)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Delaunay triangulation as CSS instance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Hyperplane arrangements as CSS instance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matrix refactorization as CSS instance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CT-QuickHull v1.5  ·  Scope-honest framing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86C"/>
          </a:solidFill>
          <a:ln w="12700">
            <a:solidFill>
              <a:srgbClr val="D9A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CT-QuickHull v1.5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Theoretical ladder with experimental validation. Colab notebook included.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914400" cy="36576"/>
          </a:xfrm>
          <a:prstGeom prst="rect">
            <a:avLst/>
          </a:prstGeom>
          <a:solidFill>
            <a:srgbClr val="D9A86C"/>
          </a:solidFill>
          <a:ln w="12700">
            <a:solidFill>
              <a:srgbClr val="D9A8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10.5281/zenodo.XXXXXXX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3703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— Colab notebook, smoke test, all dependencies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4206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Theorem 0 (CSS complexity formula) in full generality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A8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4709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winstonsdodson@icloud.com  ·  ORCID 0009-0001-7148-0764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Comments, critique, and collaboration on the conjectured CSS instances welcome.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Winston Dodson  ·  Independent Researcher  ·  CC BY 4.0  ·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1493</Words>
  <Application>Microsoft Macintosh PowerPoint</Application>
  <PresentationFormat>Widescreen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CT-QuickHull: Optimal Convex Hulls for Low-Rank High-Dimensional Data</dc:title>
  <dc:subject>PptxGenJS Presentation</dc:subject>
  <dc:creator>Winston Dodson</dc:creator>
  <cp:lastModifiedBy>Winston Dodosn</cp:lastModifiedBy>
  <cp:revision>3</cp:revision>
  <dcterms:created xsi:type="dcterms:W3CDTF">2026-05-08T19:50:22Z</dcterms:created>
  <dcterms:modified xsi:type="dcterms:W3CDTF">2026-05-09T21:45:00Z</dcterms:modified>
</cp:coreProperties>
</file>